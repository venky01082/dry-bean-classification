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🌱 BeanAI — Intelligent Dry Bean Classification</a:t>
            </a:r>
          </a:p>
          <a:p>
            <a:pPr>
              <a:spcAft>
                <a:spcPts val="2400"/>
              </a:spcAft>
              <a:defRPr sz="1800">
                <a:solidFill>
                  <a:srgbClr val="0284C7"/>
                </a:solidFill>
              </a:defRPr>
            </a:pPr>
            <a:r>
              <a:t>Multiclass Crop Cultivar Prediction Using Machine Learning &amp; Interactive Web Dashboard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Course: B.Tech in Artificial Intelligence &amp; Data Science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Team Members &amp; IDs: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24EU01007 — Data Engineering, EDA &amp; Data Preprocessing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24EU01046 — ML Modeling, Hyperparameter Tuning &amp; Evaluation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24EU01055 — FastAPI Backend, React Dashboard &amp;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B.TECH AI &amp; DATA SCIENCE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Problem Statement &amp; Agricultural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Industrial Context: Turkey is among the world's leading producers and exporters of dry edible beans (Phaseolus vulgaris L.).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Market Challenge: 7 distinct commercial varieties command significantly different market values, cooking properties, and culinary applications.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The Problem: Varieties often look identical to the naked eye. Manual seed grading is subjective, labor-intensive, error-prone, and inconsistent.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System Objective: Develop an automated, objective Machine Learning system to classify bean varieties from 16 physical geometric measurements.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Outcome: High-accuracy multiclass classifier (&gt;92%) deployed via a real-time FastAPI service and interactive React frontend.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B.TECH AI &amp; DATA SCIENCE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Dataset Source &amp; Class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Dataset Origin: UCI Machine Learning Repository (Koklu &amp; Ozkan, 2020).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Sample Dimensions: 13,611 high-resolution images segmented into 16 numerical geometric features.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Zero Missing Values: Complete, verified dataset with 0 missing entries.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Target: 7 Cultivar Classes: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   1. DERMASON: 3,546 samples (26.05%) — Most popular commercial flat-oval white bean.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   2. SIRA: 2,636 samples (19.37%) — Small-medium compact white bean.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   3. SEKER: 2,027 samples (14.89%) — Spherical bean with highest roundness (0.958).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   4. HOROZ: 1,928 samples (14.16%) — Rooster bean, elongated cylindrical profile.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   5. CALI: 1,630 samples (11.98%) — Large kidney-shaped variety.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   6. BARBUNYA: 1,322 samples (9.71%) — Mottled borlotti pinto-type bean.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   7. BOMBAY: 522 samples (3.84%) — Massive white runner bean (&gt;150,000 px² area).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B.TECH AI &amp; DATA SCIENCE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Exploratory Data Analysis &amp; Feature Distributions</a:t>
            </a:r>
          </a:p>
        </p:txBody>
      </p:sp>
      <p:pic>
        <p:nvPicPr>
          <p:cNvPr id="3" name="Picture 2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2560320"/>
          </a:xfrm>
          <a:prstGeom prst="rect">
            <a:avLst/>
          </a:prstGeom>
        </p:spPr>
      </p:pic>
      <p:pic>
        <p:nvPicPr>
          <p:cNvPr id="4" name="Picture 3" descr="feature_box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37229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B.TECH AI &amp; DATA SCIENCE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Data Preprocessing &amp; Leakage Prevention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Stratified 80/20 Train/Test Split: 10,888 training samples, 2,723 test samples.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Strict Leakage Prevention: All feature scaling (StandardScaler) was encapsulated within an sklearn Pipeline. Scaler parameters (mean, std) were fitted strictly on training folds.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Feature Integrity: Validated exact 16 predictor columns in precise order required by the mathematical model.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Collinearity Analysis: Correlation matrix revealed r &gt; 0.99 between Area and ConvexArea; dimensionless Shape Factors (1-4) were retained for non-scale morphology separation.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B.TECH AI &amp; DATA SCIENCE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Three ML Architectures Evaluated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1. Logistic Regression (Linear Reference Baseline):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- Softmax multiclass classification with L2 regularization and StandardScaler.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- Fast, interpretable benchmark across 7 classes.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2. Random Forest Classifier (Non-linear Ensemble):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- 100-200 bagging decision trees with randomized feature splits.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- Scale-invariant, captures non-linear feature interactions, calculates Gini feature importance.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3. Support Vector Machine (SVM - Margin Based):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- Radial Basis Function (RBF) kernel mapping continuous measurements into infinite-dimensional space.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- Standardized features with calibrated probability estimates enabled.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B.TECH AI &amp; DATA SCIENCE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Hyperparameter Tuning (Stratified 5-Fold Cross Validation)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Search Strategy: Exhaustive GridSearchCV with 5-fold Stratified K-Fold cross-validation on 10,888 training rows.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Optimization Metric: Macro F1-Score (guarantees equal weighting across minority classes like Bombay).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Tuning Results: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   • Logistic Regression: C in [0.1, 1.0, 10.0], solver in ['lbfgs', 'saga'] -&gt; Best: C=10.0, solver='saga' (CV F1: 0.9368)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   • Random Forest: n_estimators in [100, 200], max_depth in [15, 25, None] -&gt; Best: max_depth=15, n=100 (CV F1: 0.9358)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   • Support Vector Machine: C in [1.0, 10.0], gamma in ['scale', 'auto'] -&gt; Best: C=10.0, kernel='rbf', gamma='scale' (CV F1: 0.9443)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B.TECH AI &amp; DATA SCIENCE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Model Comparison &amp; Final Test Set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1E293B"/>
                </a:solidFill>
              </a:defRPr>
            </a:pPr>
            <a:r>
              <a:t>Evaluated on Held-out Test Set (2,723 samples, 20%):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 Model                             Accuracy      Macro Precision    Macro Recall    Macro F1    Train Time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 ------------------------------------------------------------------------------------------------------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 Support Vector Machine (SVM) 🏆   92.43%        93.85%             93.42%          0.9361      20.8s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 Logistic Regression               92.14%        93.60%             93.10%          0.9332      47.1s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 Random Forest                     91.88%        93.48%             92.83%          0.9313      56.4s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Key Findings: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Support Vector Machine achieved highest test accuracy (92.43%) and Macro F1 (0.9361).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Average inference time per bean measurement: 0.16 milliseconds.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B.TECH AI &amp; DATA SCIENCE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Model Persistence &amp; Production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Pipeline Serialization: Saved the entire fitted pipeline (StandardScaler + SVC) using Joblib into models/dry_bean_pipeline.joblib.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Reload Verification: Loaded pipeline into backend memory on startup; verified predictions match original training output exactly.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FastAPI Backend: REST API with Pydantic type validation enforcing exact 16-feature schema.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   • GET /health — Health check &amp; model status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   • GET /model-info — Model parameters and metrics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   • POST /predict — Real-time inference with probability distribution across all 7 classes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   • GET /samples — Curated real bean presets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B.TECH AI &amp; DATA SCIENCE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Interactive Web Application (BeanAI)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Frontend Stack: React 19 + Vite + Recharts + Lucide Icons.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Core Features: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   1. Dashboard: Dataset metrics (13,611 rows, 16 features), class distributions bar/pie charts, and cultivar catalogue.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   2. Bean Prediction Form: 16 organized input fields with 1-click real sample presets for all 7 bean varieties.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   3. Interactive Probability Chart: Recharts horizontal bar chart showing class probability confidence.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   4. Model Performance Page: Side-by-side comparison bar chart, interactive confusion matrix, and feature importances.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   5. About &amp; Team Page: Complete documentation, team roles, and scientific citations.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B.TECH AI &amp; DATA SCIENCE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Real-World Applications &amp; Technical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Industrial Applications: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   • High-speed optical sorters in agricultural grain packaging plants.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   • Quality control inspection and cultivar certification for seed export agencies.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   • Pricing and purity verification for automated grain elevators.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Limitations &amp; Scope: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   • Feature dependency on optical segmentation quality (camera lighting and calibration).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   • Misclassification bottleneck between Sira and Dermason (~7% overlap) due to biological morphology proximity.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   • Future Work: Integrating convolutional neural networks (CNNs) for direct image inference alongside tabular physical traits.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B.TECH AI &amp; DATA SCIENCE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Conclusion &amp; Project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Summary of Achievements: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✓ Complete ML lifecycle: Acquisition -&gt; EDA -&gt; Preprocessing -&gt; Modeling -&gt; Tuning -&gt; Persistence -&gt; Deployment.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✓ Evaluated 3 candidate models; optimized champion SVM achieving 92.43% test accuracy and 0.9361 Macro F1.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✓ Production-grade FastAPI backend with zero-retraining inference.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✓ Modern, responsive React dashboard with 1-click real bean presets and probability visualizations.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✓ Comprehensive automated test suite (9/9 unit tests passing).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Thank you! We welcome questions from the faculty panel.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